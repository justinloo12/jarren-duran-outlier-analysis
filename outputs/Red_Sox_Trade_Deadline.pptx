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 contender by run differential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" y="1554480"/>
            <a:ext cx="6814108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9433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rebound is likely for Duran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749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621" y="1554480"/>
            <a:ext cx="8993709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79" y="150876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" y="1554480"/>
            <a:ext cx="7066483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Could mean regression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35934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15 AAAA contributors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+3.4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4 career bests, 4 rookies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Most of the vets are beating every season they've ever had;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1554480"/>
            <a:ext cx="7010399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adjusted model (pitcher/opponent/park controls) finds no significant catcher effect: -31 pts, 95% CI [-84, +21]. Nothing here for a trade to fix.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Bello,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Bennett + a 45 FV: two arms out of a winning rotation midseason. Right for the franchise window,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on a staff carrying the season.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They made one: Mead for Early</a:t>
            </a:r>
          </a:p>
        </p:txBody>
      </p:sp>
      <p:pic>
        <p:nvPicPr>
          <p:cNvPr id="4" name="Picture 3" descr="18_mead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01897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134 wRC+ infield bat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rate, 82nd percentile, with a .846 wOBA on pulled air balls. RHB pull-air plays to the Monster.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Spend the pitching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backwards,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patch,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vets,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+41 run differential, a wild card in hand,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winter,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persists,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