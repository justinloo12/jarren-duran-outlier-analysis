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5468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15 AAAA contributors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+3.4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4 career bests, 4 rookies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Most of the vets are beating every season they've ever had;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2016-25, 100 hitter and 198 reliever cases like these: the median journeyman kept only 39% of a career-best first half (fig. 20).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556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backwards,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patch,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vets,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