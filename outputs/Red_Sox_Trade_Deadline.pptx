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24342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screen, lineup and rotation: Contreras +130 OPS pts, Rafaela +76 OPS pts; Gray and Suarez are also under their career ERAs.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4446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League catchers hit ~90 wRC+ and Wong beats that bar; the gap is all Narvaez's bat, and his value is the glove. The adjusted model agrees: -31 pts, CI [-84, +21], no significant catcher effect. A power bat would cost a top arm to fix a half-time problem.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INNINGS · FILLS EARLY'S 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Michael Wacha (KCR)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 40 FV flier for a veteran back-end starter while Crochet and Sandoval build back. Buy-low alt: Gausman, whose FIP beats his ERA, the mirror of the Early sale.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SHORTSTOP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battery map was the veto, and the market agreed: torn meniscus, 10-day IL on July 26. Boston was right not to pay for a catcher bat it never needed.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former top-100 prospect at a 134 wRC+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 (82nd pctile). Replaying his Monster-zone contact as wall doubles takes him from a .376 wOBA to about .386 on a half-home schedule.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TRADE, GRADED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Why Mead for Early wins for Boston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gave: Connelly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ERA flattered him.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3.44 ERA over a 4.61 FIP, a +1.17 gap, the most of any Boston starter. Sold at peak perception.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smallest frame in the pipeline.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6' 3", 195 lbs. Durability risk the org's other arms don't carry.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got: Curtis Mead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9672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A controllable, earned bat.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Former top-100 prospect, 134 wRC+ at 25, backed by a .359 xwOBA. Years of club control at the position the audit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Built for the park.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23% pull-air rate (82nd percentile). RHB pull-air plays to the Monster.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578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E3B14E"/>
                </a:solidFill>
                <a:latin typeface="Arial"/>
              </a:rPr>
              <a:t>The factory keeps producing:  </a:t>
            </a:r>
            <a:r>
              <a:rPr sz="1300" b="0" i="0">
                <a:solidFill>
                  <a:srgbClr val="D9E1EF"/>
                </a:solidFill>
                <a:latin typeface="Arial"/>
              </a:rPr>
              <a:t>Tolle (6' 6", 250 lbs, 3.31 ERA / 3.24 FIP) and Bennett (6' 6", 234 lbs, 2.58 / 3.12) are bigger, more durable and better by FIP. Boston develops arms; it bought the bat it could not grow.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