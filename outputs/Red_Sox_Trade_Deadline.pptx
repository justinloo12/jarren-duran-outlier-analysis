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Red Sox Trade Deadline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Thoughts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After an incredible push, the Sox are in a position to be buyers before this trade deadline. A breakdown of our new acquisition, Curtis Mead, and what else the Sox need to do for a deep playoff run. 8 days to August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Red Sox Are Back From The Dead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53-50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holding the final wild 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Nibble At The Edges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13" y="1554480"/>
            <a:ext cx="6752492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should not be sold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Don't disturb the clubhouse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Back-end starter, reliever, RHH.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Young, Controllable Outfield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4th Outfield Spot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Platoon the DH spot and let it ride.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1">
                <a:solidFill>
                  <a:srgbClr val="E3B14E"/>
                </a:solidFill>
                <a:latin typeface="Arial"/>
              </a:rPr>
              <a:t>With Roman's status up in the air, hold both outfielders through this season.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7223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Legs are still there, and defense is definitely improved.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xwOBA, 34 to 43 pts under his own norm; BABIP .238 vs .309 expected.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Wait for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 Will Be Back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54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test,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 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8" y="1554480"/>
            <a:ext cx="9117874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 2026,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 than ever.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speed. Breaking-ball chase actually improved, the problem is on velocity.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Not A Factor For Jarren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08760"/>
            <a:ext cx="6629400" cy="3923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BUY,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Left Field Is A Black Hole In 2026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89" y="1554480"/>
            <a:ext cx="681634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regression, now sheltered by a Jahmai Jones platoon,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worse,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Regression Candidates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243424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664208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627632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5 AAAA contributors on the roster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Waiver claims, up-down arms and career minor-leaguers holding real roles, +1.3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633472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596896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1 career best, 2 rookies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The vets are beating their own track records;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3602736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FB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5661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The regulars are hot too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Same screen, lineup and rotation: Contreras +130 OPS pts, Rafaela +76 OPS pts; Gray and Suarez are also under their career ERAs. Expect good, not scorching, from 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572000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4535424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History backs the fade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2016-25, 100 hitter and 198 reliever cases: the median journeyman kept only 39% of a career-best first half (fig. 20).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5541264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5504688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Buy Buy Buy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Pick up a seasoned reliever and a right-handed hitter.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BASE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Career-year First Halves Usually Give Back</a:t>
            </a:r>
          </a:p>
        </p:txBody>
      </p:sp>
      <p:pic>
        <p:nvPicPr>
          <p:cNvPr id="4" name="Picture 3" descr="20_aaaa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239680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298 historical cases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2016-2025: 100 hitters and 198 relievers with the same profile as Boston's AAAA group: thin track record, age 26+, career-best first half.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Median kept 39%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typical hitter held only 39% of his surge after July; relievers 37%.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A third fell all the way back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34% of hitters and 37% of relievers finished the second half at or below their career level.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 the surge is rented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Plan for the median, not the heater: replace borrowed production before August returns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344461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Narváez, the run-prevention core of the 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guy. Don't mess with that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Gray / Wong. Bennett / Narvaez. Settled, deliberate assignments across the rotation.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League catchers hit ~90 wRC+ and Wong beats that bar; the gap is all Narvaez's bat, and his value is the glove. The adjusted model agrees: -31 pts, CI [-84, +21], no significant catcher effect. A power bat would cost a top arm to fix a half-time problem.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Possible Trades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FV,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MID LEVEL 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Michael Wacha (KCR)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 40 FV flier for a veteran back-end starter while Crochet and Sandoval build back. Buy-low alt: Gausman, whose FIP beats his ERA, the mirror of the Early sale.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SHORTSTOP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/ Bennett + a 45 FV: two arms out of a winning rotation midseason. Right for the franchise window, and still there in the winter. Blocks Mayer or Arias as well.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 / Hunter Goodman (COL)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Not worth overpaying for either. Langeliers just hit the 10-day IL with a torn meniscus, so Goodman's price shoots through the roof. Boston was right not to pay for a catcher bat it never needed.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plan,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REAL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New Acquisition: Mead Breakdown</a:t>
            </a:r>
          </a:p>
        </p:txBody>
      </p:sp>
      <p:pic>
        <p:nvPicPr>
          <p:cNvPr id="4" name="Picture 3" descr="19_mead_fen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0" y="1481328"/>
            <a:ext cx="6401438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deal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Curtis Mead (25) from Washington for Connelly Early: one surplus arm for a former top-100 prospect at a 134 wRC+ with years of club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Fenway fit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23% pull-air rate (82nd pctile). Replaying his Monster-zone contact as wall doubles takes him from a .376 wOBA to about .386 on a half-home schedule.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Earned, mostly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.376 wOBA against a .359 xwOBA, so the breakout has contact quality behind it. The flag: 488 PA of .617 OPS before this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Menu grade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big-swing shape at half the price, and the infield hole filled. The pen fix is still open, 8 days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TRADE, GRADED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Why Mead for Early wins for Boston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3291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92024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What they gave: Connelly Early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256032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The ERA flattered him.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3.44 ERA over a 4.61 FIP, a +1.17 gap, the most of any Boston starter. Sold at peak perception.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" y="374903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The smallest frame in the pipeline.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6' 3", 195 lbs. Durability risk the org's other arms don't carry.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691640"/>
            <a:ext cx="5358384" cy="3291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2024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What they got: Curtis Mead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9672" y="256032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251460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A controllable, earned bat.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Former top-100 prospect, 134 wRC+ at 25, backed by a .359 xwOBA. Years of club control at the position the audit flagged.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74903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70332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Built for the park.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23% pull-air rate (82nd percentile). RHB pull-air plays to the Monster.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578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E3B14E"/>
                </a:solidFill>
                <a:latin typeface="Arial"/>
              </a:rPr>
              <a:t>The factory keeps producing:  </a:t>
            </a:r>
            <a:r>
              <a:rPr sz="1300" b="0" i="0">
                <a:solidFill>
                  <a:srgbClr val="D9E1EF"/>
                </a:solidFill>
                <a:latin typeface="Arial"/>
              </a:rPr>
              <a:t>Tolle (6' 6", 250 lbs, 3.31 ERA / 3.24 FIP) and Bennett (6' 6", 234 lbs, 2.58 / 3.12) are bigger, more durable and better by FIP. Boston develops arms; it bought the bat it could not grow.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F4F7FC"/>
                </a:solidFill>
                <a:latin typeface="Arial"/>
              </a:rPr>
              <a:t>What I'd Do Before August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74519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E8615A"/>
                </a:solidFill>
                <a:latin typeface="Courier New"/>
              </a:rPr>
              <a:t>77%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6148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97AC"/>
                </a:solidFill>
                <a:latin typeface="Courier New"/>
              </a:rPr>
              <a:t>PLAYOFF ODDS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8" y="205740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4F7FC"/>
                </a:solidFill>
                <a:latin typeface="Courier New"/>
              </a:rPr>
              <a:t>+41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8" y="276148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97AC"/>
                </a:solidFill>
                <a:latin typeface="Courier New"/>
              </a:rPr>
              <a:t>RUN DIFF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05740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4F7FC"/>
                </a:solidFill>
                <a:latin typeface="Courier New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76148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97AC"/>
                </a:solidFill>
                <a:latin typeface="Courier New"/>
              </a:rPr>
              <a:t>DAYS LEFT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90304" y="205740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F4F7FC"/>
                </a:solidFill>
                <a:latin typeface="Courier New"/>
              </a:rPr>
              <a:t>39%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0304" y="276148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8C97AC"/>
                </a:solidFill>
                <a:latin typeface="Courier New"/>
              </a:rPr>
              <a:t>OF A CAREER-BEST HALF SURVIVES, HISTORICALLY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30168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593592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50" b="1" i="0">
                <a:solidFill>
                  <a:srgbClr val="F4F7FC"/>
                </a:solidFill>
                <a:latin typeface="Arial"/>
              </a:rPr>
              <a:t>Finish the shopping: a reliever and innings.  </a:t>
            </a:r>
            <a:r>
              <a:rPr sz="1350" b="0" i="0">
                <a:solidFill>
                  <a:srgbClr val="CDD4E2"/>
                </a:solidFill>
                <a:latin typeface="Arial"/>
              </a:rPr>
              <a:t>A Weaver-class arm for prospects and a Wacha-class starter for a flier. Nobody in the room loses a job; two quiet wins get covered.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26279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489704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50" b="1" i="0">
                <a:solidFill>
                  <a:srgbClr val="F4F7FC"/>
                </a:solidFill>
                <a:latin typeface="Arial"/>
              </a:rPr>
              <a:t>Trust the diagnosis, not the heater.  </a:t>
            </a:r>
            <a:r>
              <a:rPr sz="1350" b="0" i="0">
                <a:solidFill>
                  <a:srgbClr val="CDD4E2"/>
                </a:solidFill>
                <a:latin typeface="Arial"/>
              </a:rPr>
              <a:t>The regression watch says plan for the fade. Mead, the returning injured bats, and Duran's own regression are the real September lineup.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42239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385816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50" b="1" i="0">
                <a:solidFill>
                  <a:srgbClr val="F4F7FC"/>
                </a:solidFill>
                <a:latin typeface="Arial"/>
              </a:rPr>
              <a:t>Hold Duran. Decide in the winter.  </a:t>
            </a:r>
            <a:r>
              <a:rPr sz="1350" b="0" i="0">
                <a:solidFill>
                  <a:srgbClr val="CDD4E2"/>
                </a:solidFill>
                <a:latin typeface="Arial"/>
              </a:rPr>
              <a:t>His value is at rock bottom while the underlying numbers say rebound. Buyers read xstats too; nobody pays 2024 prices in August 2026.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AA6BC"/>
                </a:solidFill>
                <a:latin typeface="Arial"/>
              </a:rPr>
              <a:t>Every number on these slides regenerates from live data. Predictions frozen July 4, graded in October, flattering or not.  </a:t>
            </a:r>
            <a:r>
              <a:rPr sz="1150" b="1" i="0">
                <a:solidFill>
                  <a:srgbClr val="E8615A"/>
                </a:solidFill>
                <a:latin typeface="Courier New"/>
              </a:rPr>
              <a:t>justinloo12.github.io/red-sox-trade-deadline-thoughts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