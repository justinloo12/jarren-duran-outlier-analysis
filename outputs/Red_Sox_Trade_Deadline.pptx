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 contender by run differential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13" y="1554480"/>
            <a:ext cx="6752492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7223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rebound is likely for Duran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54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8" y="1554480"/>
            <a:ext cx="9117874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08760"/>
            <a:ext cx="6629400" cy="3923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89" y="1554480"/>
            <a:ext cx="681634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Could mean regression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32570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664208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627632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5 AAAA contributors on the roster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+1.3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633472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596896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1 career best, 2 rookies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The vets are beating their own track records;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3602736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FB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5661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The regulars are hot too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Same screen on the everyday lineup: Contreras +130 OPS pts, Rafaela +76 OPS pts. Expect good, not scorching, from 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572000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4535424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History backs the fade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2016-25, 100 hitter and 198 reliever cases: the median journeyman kept only 39% of a career-best first half (fig. 20).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5541264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5504688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BASE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Career-year first halves usually give it back</a:t>
            </a:r>
          </a:p>
        </p:txBody>
      </p:sp>
      <p:pic>
        <p:nvPicPr>
          <p:cNvPr id="4" name="Picture 3" descr="20_aaaa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239680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298 historical cases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2016-2025: 100 hitters and 198 relievers with the same profile as Boston's AAAA group: thin track record, age 26+, career-best first half.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Median kept 39%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typical hitter held only 39% of his surge after July; relievers 37%.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 third fell all the way back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34% of hitters and 37% of relievers finished the second half at or below their career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 the surge is rented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Plan for the median, not the heater: replace borrowed production before August returns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4446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League catchers hit ~90 wRC+ and Wong beats that bar; the gap is all Narvaez's bat, and his value is the glove. The adjusted model agrees: -31 pts, CI [-84, +21], no significant catcher effect. A power bat would cost a top arm to fix a half-time problem.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Bello,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Bennett + a 45 FV: two arms out of a winning rotation midseason. Right for the franchise window,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on a staff carrying the season.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They made one: Mead for Early</a:t>
            </a:r>
          </a:p>
        </p:txBody>
      </p:sp>
      <p:pic>
        <p:nvPicPr>
          <p:cNvPr id="4" name="Picture 3" descr="19_mead_fen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0" y="1481328"/>
            <a:ext cx="6401438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134 wRC+ infield bat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 (82nd pctile). Replaying his Monster-zone contact as wall doubles takes him from a .376 wOBA to about .386 on a half-home schedule.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TRADE, GRADED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Why Mead for Early wins for Boston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gave: Connelly Early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ERA flattered him.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3.44 ERA over a 4.61 FIP, a +1.17 gap, the most of any Boston starter. Sold at peak perception.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smallest frame in the pipeline.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6' 3", 195 lbs. Durability risk the org's other arms don't carry.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got: Curtis Mead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9672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A controllable, earned bat.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134 wRC+ at 25, backed by a .359 xwOBA. Years of club control at the position the audit flagged.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Built for the park.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23% pull-air rate (82nd percentile). RHB pull-air plays to the Monster.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578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E3B14E"/>
                </a:solidFill>
                <a:latin typeface="Arial"/>
              </a:rPr>
              <a:t>The factory keeps producing:  </a:t>
            </a:r>
            <a:r>
              <a:rPr sz="1300" b="0" i="0">
                <a:solidFill>
                  <a:srgbClr val="D9E1EF"/>
                </a:solidFill>
                <a:latin typeface="Arial"/>
              </a:rPr>
              <a:t>Tolle (6' 6", 250 lbs, 3.31 ERA / 3.24 FIP) and Bennett (6' 6", 234 lbs, 2.58 / 3.12) are bigger, more durable and better by FIP. Boston develops arms; it bought the bat it could not grow.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+41 run differential, a wild card in hand,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winter,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persists,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