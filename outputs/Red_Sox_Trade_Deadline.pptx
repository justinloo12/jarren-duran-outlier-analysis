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Red Sox Trade Deadline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Thoughts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After an incredible push, the Sox are in a position to be buyers before this trade deadline. A breakdown of our new acquisition, Curtis Mead, and what else the Sox need to do for a deep playoff run. 8 days to August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 contender by run differential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53-50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holding the final wild card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outplaying their .515 record all season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of the rest of the season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Buy, but keep it small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13" y="1554480"/>
            <a:ext cx="6752492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should not be sold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Don't disturb the clubhouse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Back-end starter, reliever, RHH.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young, cheap, controllable outfield 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4th Outfield Spot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The contract, not the bat.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He's hitting: above-average wRC+, .340-class OBP, one of MLB's lowest strikeout rates. $18.6M for a DH with below-average pop is still underwater as an asset.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Keep him in the lineup.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Gonzalez covers the tougher lefties. Platoon the DH spot and let it ride.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1">
                <a:solidFill>
                  <a:srgbClr val="E3B14E"/>
                </a:solidFill>
                <a:latin typeface="Arial"/>
              </a:rPr>
              <a:t>With Roman's status up in the air, hold both outfielders through this season.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7223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more what we should expect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Legs are still there, and defense is definitely improved.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xwOBA, 34 to 43 pts under his own norm; BABIP .238 vs .309 expected.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Wait for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rebound is likely for Duran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54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test,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Swing Stats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38" y="1554480"/>
            <a:ext cx="9117874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 2026,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Duran is swinging harder, longer and steeper than ever.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speed. Breaking-ball chase actually improved, the problem is on velocity.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doesn't explain the drop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08760"/>
            <a:ext cx="6629400" cy="39231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tail, not a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BUY,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roster's biggest hole is the Duran slump itself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189" y="1554480"/>
            <a:ext cx="6816340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regression, now sheltered by a Jahmai Jones platoon,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worse,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met with outrage.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SUPPORTING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 years everywhere. Could mean regression</a:t>
            </a:r>
          </a:p>
        </p:txBody>
      </p:sp>
      <p:pic>
        <p:nvPicPr>
          <p:cNvPr id="4" name="Picture 3" descr="17_aaaa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315200" cy="277698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5 AAAA contributors on the roster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Waiver claims, up-down arms and career minor-leaguers holding real roles, +1.3 WAR combined.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1 career best, 2 rookies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vets are beating their own track records; the rookies have no baseline at all.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History backs the fade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2016-25, 100 hitter and 198 reliever cases like these: the median journeyman kept only 39% of a career-best first half (fig. 20).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Buy Buy Buy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Pick up a seasoned reliever and a right-handed hitter.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BASE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Career-year first halves usually give it back</a:t>
            </a:r>
          </a:p>
        </p:txBody>
      </p:sp>
      <p:pic>
        <p:nvPicPr>
          <p:cNvPr id="4" name="Picture 3" descr="20_aaaa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239680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298 historical cases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2016-2025: 100 hitters and 198 relievers with the same profile as Boston's AAAA group: thin track record, age 26+, career-best first half.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Median kept 39%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typical hitter held only 39% of his surge after July; relievers 37%.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A third fell all the way back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34% of hitters and 37% of relievers finished the second half at or below their career level.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 the surge is rented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Plan for the median, not the heater: replace borrowed production before August returns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CHEMISTRY VETO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Don't Mess Up The Pitching Staff</a:t>
            </a:r>
          </a:p>
        </p:txBody>
      </p:sp>
      <p:pic>
        <p:nvPicPr>
          <p:cNvPr id="4" name="Picture 3" descr="14_batter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3556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staff works with both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3.42 RA9 with Wong, 4.20 with Narváez, the run-prevention core of the 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Every arm has a guy. Don't mess with that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Gray / Wong. Bennett / Narvaez. Settled, deliberate assignments across the rotation.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So: no catcher trade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adjusted model (pitcher/opponent/park controls) finds no significant catcher effect: -31 pts, 95% CI [-84, +21]. Nothing here for a trade to fix.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Three trades that fit, and one walk-away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1 · THE PEN FIX · 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FV, prospects only, nobody loses a job or an inning. Elite relief year, signed through '27. The highest-probability marginal win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THE STABILIZER · IF THE PRICE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2B Luis Arraez (SFG)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Brayan Bello, the first deal that touches the active roster. Zero prospect cost; Arraez fills a patchwork platoon spot, not a hot regular's.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3 · THE BIG SWING · PROBABLY 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+ Bennett + a 45 FV: two arms out of a winning rotation midseason. Right for the franchise window, and still there in the winter. Controlled through 2029.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✗ · THE WALK-AWAY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value math worked; the battery map is the veto. No August bat is worth resetting eight pitcher-catcher pairings on a staff carrying the season.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plan,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REAL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They made one: Mead for Early</a:t>
            </a:r>
          </a:p>
        </p:txBody>
      </p:sp>
      <p:pic>
        <p:nvPicPr>
          <p:cNvPr id="4" name="Picture 3" descr="19_mead_fen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0" y="1481328"/>
            <a:ext cx="6401438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deal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Curtis Mead (25) from Washington for Connelly Early: one surplus arm for a 134 wRC+ infield bat with years of club control.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Fenway fit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23% pull-air rate, 82nd percentile, with a .846 wOBA on pulled air balls. RHB pull-air plays to the Monster.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Earned, mostly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.376 wOBA against a .359 xwOBA, so the breakout has contact quality behind it. The flag: 488 PA of .617 OPS before this year.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Menu grade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big-swing shape at half the price, and the infield hole filled. The pen fix is still open, 8 days left.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WINTER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Spend the pitching surplus on offense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 i="0">
                <a:solidFill>
                  <a:srgbClr val="D9E1EF"/>
                </a:solidFill>
                <a:latin typeface="Arial"/>
              </a:rPr>
              <a:t>If winter comes and Duran's rebound has shown up, this is what a deal should return. With a top-6 rotation (3.65 ERA) carrying the club, trading bats for arms is backwards, convert the outfield surplus into what's thin: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Controllable bats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Young, cost-controlled position players to fix an inconsistent lineup and lengthen it around the 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26864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Best talent / upside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In a retool you take the best player, not the positional patch, prospects and MLB-ready youth over rentals.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0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Salary relief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Attach Yoshida money where possible; free payroll for the 2027 window.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578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1">
                <a:solidFill>
                  <a:srgbClr val="EAF0F8"/>
                </a:solidFill>
                <a:latin typeface="Arial"/>
              </a:rPr>
              <a:t>Keep the arms. Cash the outfield. </a:t>
            </a:r>
            <a:r>
              <a:rPr sz="1400" b="0" i="1">
                <a:solidFill>
                  <a:srgbClr val="93A0B6"/>
                </a:solidFill>
                <a:latin typeface="Arial"/>
              </a:rPr>
              <a:t>Build the 2027 lineup, don't rent the 2026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 now, decide on Duran in the winter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013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783080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At the deadline: buy targeted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 controllable infield bat and a reliever, funded from the pitching surplus. Keep the vets, they're playoff innings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53512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Hold Duran through August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His value is at its nadir and his July contact quality (~.35 xwOBA) is already surging. Selling now cashes the slump.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42231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23944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Winter: re-price, then choose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Anthony healthy, jam returns. Rebound confirmed → extend or trade at full price. Erosion persists → sell at market. Either way, the 2027 OF is Anthony / Rafaela / Abreu.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783080"/>
            <a:ext cx="3794760" cy="3337560"/>
          </a:xfrm>
          <a:prstGeom prst="roundRect">
            <a:avLst>
              <a:gd name="adj" fmla="val 6000"/>
            </a:avLst>
          </a:prstGeom>
          <a:solidFill>
            <a:srgbClr val="1A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011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D2E3"/>
                </a:solidFill>
                <a:latin typeface="Arial"/>
              </a:rPr>
              <a:t>THE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48716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F0B8BC"/>
                </a:solidFill>
                <a:latin typeface="Arial"/>
              </a:rPr>
              <a:t>Sell now (nadir)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~$10–15M · a 45-FV bat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5204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A9E5B5"/>
                </a:solidFill>
                <a:latin typeface="Arial"/>
              </a:rPr>
              <a:t>Sell after rebound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~$28M · a 50-FV, top-100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controllable talent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61772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C9D2E3"/>
                </a:solidFill>
                <a:latin typeface="Arial"/>
              </a:rPr>
              <a:t>One grade of return = the reason to wait.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640080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37943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Play the hand.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77% playoff odds, +41 run differential, a wild card in hand, buy small (a reliever first), keep the vets, and let the record keep catching up to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7238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Hold Duran through the deadline; re-price him in winter, extend or trade the 2025 player, never the unlucky 2026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0682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Stop fighting the Yoshida deal.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The bat is back to average or better; absorb the contract and let it expire.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Arial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Arial"/>
              </a:rPr>
              <a:t>high that 2024 shouldn't be the anchor and pitching is a strength; the open question is how much of 2026's skill dip (chase, whiff, hard-hit are all worse) persists,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