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League catchers hit ~90 wRC+ and Wong beats that bar; the gap is all Narvaez's bat, and his value is the glove. The adjusted model agrees: -31 pts, CI [-84, +21], no significant catcher effect. A power bat would cost a top arm to fix a half-time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INNINGS · FILLS EARLY'S SLOT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Michael Wacha (KCR)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 40 FV flier for a veteran back-end starter while Crochet and Sandoval build back. Buy-low alt: Gausman, whose FIP beats his ERA, the mirror of the Early sale.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SHORTSTOP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battery map was the veto, and the market agreed: torn meniscus, 10-day IL on July 26. Boston was right not to pay for a catcher bat it never needed.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former top-100 prospect at a 134 wRC+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Former top-100 prospect, 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