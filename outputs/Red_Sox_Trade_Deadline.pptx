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 contender by run differential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rebound is likely for Duran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Could mean regression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32570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664208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627632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5 AAAA contributors on the roster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+1.3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633472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596896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1 career best, 2 rookies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The vets are beating their own track records;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3602736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FB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5661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The regulars are hot too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Same screen on the everyday lineup: Contreras +130 OPS pts, Rafaela +76 OPS pts. Expect good, not scorching, from 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572000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4535424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History backs the fade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2016-25, 100 hitter and 198 reliever cases: the median journeyman kept only 39% of a career-best first half (fig. 20).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5541264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5504688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BASE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Career-year first halves usually give it back</a:t>
            </a:r>
          </a:p>
        </p:txBody>
      </p:sp>
      <p:pic>
        <p:nvPicPr>
          <p:cNvPr id="4" name="Picture 3" descr="20_aaaa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239680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298 historical cases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2016-2025: 100 hitters and 198 relievers with the same profile as Boston's AAAA group: thin track record, age 26+, career-best first half.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Median kept 39%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typical hitter held only 39% of his surge after July; relievers 37%.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 third fell all the way back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34% of hitters and 37% of relievers finished the second half at or below their career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the surge is rented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Plan for the median, not the heater: replace borrowed production before August returns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38414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adjusted model (pitcher/opponent/park controls) finds no significant catcher effect: -31 pts, 95% CI [-84, +21]. Nothing here for a trade to fix.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Bello,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Bennett + a 45 FV: two arms out of a winning rotation midseason. Right for the franchise window,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on a staff carrying the season.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134 wRC+ infield bat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rate, 82nd percentile, with a .846 wOBA on pulled air balls. RHB pull-air plays to the Monster.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Spend the pitching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backwards,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patch,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vets,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