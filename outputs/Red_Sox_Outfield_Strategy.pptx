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BOSTON RED SOX  ·  TRADE DEADLINE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4F7FC"/>
                </a:solidFill>
                <a:latin typeface="Arial"/>
              </a:rPr>
              <a:t>They Won 13 Straight.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E8615A"/>
                </a:solidFill>
                <a:latin typeface="Arial"/>
              </a:rPr>
              <a:t>Now Comes the Hard 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Arial"/>
              </a:rPr>
              <a:t>The hottest team in baseball was supposed to sell. A deadline case study: why the run differential saw the streak coming, what Boston should buy — and why the left fielder is the whole season in miniature.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Arial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hottest team in baseball — and the math saw it coming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8615A"/>
                </a:solidFill>
                <a:latin typeface="Arial"/>
              </a:rPr>
              <a:t>W13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winning streak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longest run in the majors this season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+45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run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a Pythagorean .553 team wearing a .510 record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75%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playoff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10,000 sims — holding the final wild card (fig. 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D9E1EF"/>
                </a:solidFill>
                <a:latin typeface="Arial"/>
              </a:rPr>
              <a:t>A month ago the easy take was sell. </a:t>
            </a:r>
            <a:r>
              <a:rPr sz="1500" b="0" i="0">
                <a:solidFill>
                  <a:srgbClr val="D9E1EF"/>
                </a:solidFill>
                <a:latin typeface="Arial"/>
              </a:rPr>
              <a:t>But the record was lying — the run differential said so all along, and the streak is the correction arriving. The outfield jam, still </a:t>
            </a:r>
            <a:r>
              <a:rPr sz="1500" b="1" i="0">
                <a:solidFill>
                  <a:srgbClr val="E8615A"/>
                </a:solidFill>
                <a:latin typeface="Arial"/>
              </a:rPr>
              <a:t>masked by Roman Anthony's injury</a:t>
            </a:r>
            <a:r>
              <a:rPr sz="1500" b="0" i="0">
                <a:solidFill>
                  <a:srgbClr val="D9E1EF"/>
                </a:solidFill>
                <a:latin typeface="Arial"/>
              </a:rPr>
              <a:t>, is now a buyer's depth chart: the surplus funds the deadline instead of a teardown.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 — but buy like the math, not like a panic</a:t>
            </a:r>
          </a:p>
        </p:txBody>
      </p:sp>
      <p:pic>
        <p:nvPicPr>
          <p:cNvPr id="4" name="Picture 3" descr="12_playoff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05" y="1554480"/>
            <a:ext cx="6814108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81965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8308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Hold Duran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Value at its nadir; his July contact (~.35 xwOBA) is already surging. Re-price in winter.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1455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310896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Keep the vets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Gray, Chapman, Contreras are playoff innings now. Sell branch reopens only if the gap blows out by Aug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47141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443484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Add without disturbing the room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A reliever, a catcher, an infield bat — paid for in prospects before big-leaguers, filling empty spots, not hot ones.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5779007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The team is its left fielder: process better than results.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young, cheap, controllable core — that's the 2027 outfield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EAF0F8"/>
                </a:solidFill>
                <a:latin typeface="Arial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two that don't fit: a redundant bat and a dead contract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8615A"/>
                </a:solidFill>
                <a:latin typeface="Arial"/>
              </a:rPr>
              <a:t>LF/CF · 29 · $7.7M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Movable piece — later.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Hold at the deadline.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Value at its nadir; xstats say the market under-prices him. Re-price in winter, after the rebound shows (or doesn't).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3A0B6"/>
                </a:solidFill>
                <a:latin typeface="Arial"/>
              </a:rPr>
              <a:t>DH · 32 · $18.6M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Dead money.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$18.6M through 2027 for a DH-only, below-average bat. Negative trade value.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Absorb, don't chase.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Now platooning with Romy Gonzalez — as prescribed. Let it expire; move only in a partial salary-dump.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Duran's 2026 is unlucky — not a true collapse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9433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040880" y="170078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66420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2024 was earned, not a fluke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BABIP .344 vs xBABIP .333; xwOBA .340 legit. Credit his speed's usual edge over xstats and the true luck is only +5 to +14 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761488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272491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2026 is the real anomaly — downward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wOBA .263 BELOW its .293 xwOBA — 34 to 43 pts under his own norm; BABIP .238 vs .309 expected. Erosion real, luck worse.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22191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3785615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It isn't Fenway — and the legs are fine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Career gap +19 home / +19 road: identical — the skill travels. Speed, baserunning and fielding all still plus. No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8289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4846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True talent ≈ his 2025 (~110 wRC+)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An above-average regular. The 2024 high and 2026 low are tails around that plateau.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93445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Selling now cashes the slump. Value hinges on the rebound.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10,000 simulations: the rebound is likely — unless the erosion is real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749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58C08D"/>
                </a:solidFill>
                <a:latin typeface="Arial"/>
              </a:rPr>
              <a:t>69%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615A"/>
                </a:solidFill>
                <a:latin typeface="Arial"/>
              </a:rPr>
              <a:t>47%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EAF0F8"/>
                </a:solidFill>
                <a:latin typeface="Arial"/>
              </a:rPr>
              <a:t>$22M</a:t>
            </a:r>
            <a:r>
              <a:rPr sz="1300" b="0" i="0">
                <a:solidFill>
                  <a:srgbClr val="93A0B6"/>
                </a:solidFill>
                <a:latin typeface="Arial"/>
              </a:rPr>
              <a:t> vs </a:t>
            </a:r>
            <a:r>
              <a:rPr sz="2400" b="1" i="0">
                <a:solidFill>
                  <a:srgbClr val="EAF0F8"/>
                </a:solidFill>
                <a:latin typeface="Arial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E8615A"/>
                </a:solidFill>
                <a:latin typeface="Arial"/>
              </a:rPr>
              <a:t>The honest line: </a:t>
            </a:r>
            <a:r>
              <a:rPr sz="1350" b="0" i="0">
                <a:solidFill>
                  <a:srgbClr val="D9E1EF"/>
                </a:solidFill>
                <a:latin typeface="Arial"/>
              </a:rPr>
              <a:t>the 22-point probability gap is the price of the worse chase / whiff / hard-hit rates. Hold-through-2026 survives the erosion stress test —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bat speed says it's the approach — not the body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621" y="1554480"/>
            <a:ext cx="8993709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58C08D"/>
                </a:solidFill>
                <a:latin typeface="Arial"/>
              </a:rPr>
              <a:t>74.5 mph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avg bat speed, 2026 —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 declining hitter swings slower. Duran is swinging harder, longer and steeper — pressing, not fading.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8615A"/>
                </a:solidFill>
                <a:latin typeface="Arial"/>
              </a:rPr>
              <a:t>29% whiff vs 95+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up from 16% in '24 — but not bat-death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Whiffs on a rising bat speed = selling out. The chase leak is velo/offspeed; breaking-ball chase actually improved.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60 / 40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Aging doesn't explain the drop — regression and luck do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79" y="150876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9E1EF"/>
                </a:solidFill>
                <a:latin typeface="Arial"/>
              </a:rPr>
              <a:t>2024 → 2026 wRC+ fell ~70 points; a normal age 27→29 curve predicts only ~7. </a:t>
            </a:r>
            <a:r>
              <a:rPr sz="1400" b="1" i="0">
                <a:solidFill>
                  <a:srgbClr val="EAF0F8"/>
                </a:solidFill>
                <a:latin typeface="Arial"/>
              </a:rPr>
              <a:t>The gap is mean-reversion from an inflated peak plus a 2026 bad-luck tail — not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IF THEY BUY —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roster's biggest hole is the Duran slump itself</a:t>
            </a:r>
          </a:p>
        </p:txBody>
      </p:sp>
      <p:pic>
        <p:nvPicPr>
          <p:cNvPr id="4" name="Picture 3" descr="13_positional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" y="1554480"/>
            <a:ext cx="7066483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LF −31: internal fix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Duran's regression — now sheltered by a Jahmai Jones platoon — plus Anthony's eventual return.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SS −18: the true target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One controllable infield stabilizer is the only lineup trade that fits the odds.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Bullpen: quiet weakness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ERA top-10 but FIP and reliever WAR rank far worse — it will regress without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Contreras twist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winter's reported sell candidate is now their best hitter. Moving him would be surrender priced as prudence.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Four trades that fit — ranked by what they cost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8C08D"/>
                </a:solidFill>
                <a:latin typeface="Arial"/>
              </a:rPr>
              <a:t>1 · THE PEN FIX · ZERO DISRUPTION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Luke Weaver (NYM)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a 45 FV + 40 FV — prospects only, nobody loses a job or an inning. Elite relief year, signed through '27. The highest-probability marginal win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3B14E"/>
                </a:solidFill>
                <a:latin typeface="Arial"/>
              </a:rPr>
              <a:t>2 · THE CATCHER FIX · 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C Shea Langeliers (ATH)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Bennett + a 45 FV. Bennett is the 8th starter on a 5-slot staff; catcher is the one spot with no hot incumbent. Controlled through 2028.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AF0F8"/>
                </a:solidFill>
                <a:latin typeface="Arial"/>
              </a:rPr>
              <a:t>3 · THE STABILIZER · MODERATE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2B Luis Arraez (SFG)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Brayan Bello — the first deal that touches the active roster. Zero prospect cost; Arraez fills a patchwork platoon spot, not a hot regular's.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615A"/>
                </a:solidFill>
                <a:latin typeface="Arial"/>
              </a:rPr>
              <a:t>4 · THE BIG SWING · HIGH — WAIT?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SS Zach Neto (LAA)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Tolle + Early + a 45 FV: two arms out of a winning rotation mid-streak. Franchise-window correct — and still there in the winter. Controlled through 2029.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E1EF"/>
                </a:solidFill>
                <a:latin typeface="Arial"/>
              </a:rPr>
              <a:t>A menu, not a plan — Boston can afford about two. </a:t>
            </a:r>
            <a:r>
              <a:rPr sz="1250" b="0" i="0">
                <a:solidFill>
                  <a:srgbClr val="93A0B6"/>
                </a:solidFill>
                <a:latin typeface="Arial"/>
              </a:rPr>
              <a:t>Full value math and verified contracts in the mock-trades memo. Hypotheticals, not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WINTER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Pitching is the strength — spend the surplus on offense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 i="0">
                <a:solidFill>
                  <a:srgbClr val="D9E1EF"/>
                </a:solidFill>
                <a:latin typeface="Arial"/>
              </a:rPr>
              <a:t>If winter comes and Duran's rebound has shown up, this is what a deal should return. With a top-6 rotation (3.65 ERA) carrying the club, trading bats for arms is backwards — convert the outfield surplus into what's thin: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Controllable bats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Young, cost-controlled position players to fix an inconsistent lineup and lengthen it around the 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26864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Best talent / upside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In a retool you take the best player, not the positional patch — prospects and MLB-ready youth over rentals.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0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Salary relief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Attach Yoshida money where possible; free payroll for the 2027 window.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2578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1">
                <a:solidFill>
                  <a:srgbClr val="EAF0F8"/>
                </a:solidFill>
                <a:latin typeface="Arial"/>
              </a:rPr>
              <a:t>Keep the arms. Cash the outfield. </a:t>
            </a:r>
            <a:r>
              <a:rPr sz="1400" b="0" i="1">
                <a:solidFill>
                  <a:srgbClr val="93A0B6"/>
                </a:solidFill>
                <a:latin typeface="Arial"/>
              </a:rPr>
              <a:t>Build the 2027 lineup, don't rent the 2026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Who pays: contenders with a hole in the outfield</a:t>
            </a:r>
          </a:p>
        </p:txBody>
      </p:sp>
      <p:pic>
        <p:nvPicPr>
          <p:cNvPr id="4" name="Picture 3" descr="08_trade_fit_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7" y="1463040"/>
            <a:ext cx="6715125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83879" y="16916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Best-fit buyers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2221991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9911" y="219456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Phillies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.557, 84 OF wRC+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2788920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39911" y="276148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Rays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.596, 88 OF wRC+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3355847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911" y="3328415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Cardinals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.526, OF need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922776"/>
            <a:ext cx="128016" cy="12801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1" y="389534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0F8"/>
                </a:solidFill>
                <a:latin typeface="Arial"/>
              </a:rPr>
              <a:t>Astros  </a:t>
            </a:r>
            <a:r>
              <a:rPr sz="1200" b="0" i="0">
                <a:solidFill>
                  <a:srgbClr val="93A0B6"/>
                </a:solidFill>
                <a:latin typeface="Arial"/>
              </a:rPr>
              <a:t>fringe, weakest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709160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 i="0">
                <a:solidFill>
                  <a:srgbClr val="D9E1EF"/>
                </a:solidFill>
                <a:latin typeface="Arial"/>
              </a:rPr>
              <a:t>Trade a redundant bat to a team that needs one — and take back the </a:t>
            </a:r>
            <a:r>
              <a:rPr sz="1250" b="1" i="0">
                <a:solidFill>
                  <a:srgbClr val="58C08D"/>
                </a:solidFill>
                <a:latin typeface="Arial"/>
              </a:rPr>
              <a:t>hitting/youth</a:t>
            </a:r>
            <a:r>
              <a:rPr sz="1250" b="0" i="0">
                <a:solidFill>
                  <a:srgbClr val="D9E1EF"/>
                </a:solidFill>
                <a:latin typeface="Arial"/>
              </a:rPr>
              <a:t> Boston is short 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 now, decide on Duran in the winter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0136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783080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At the deadline: buy targeted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 controllable infield bat and a reliever, funded from the pitching surplus. Keep the vets — they're playoff innings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53512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Hold Duran through August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His value is at its nadir and his July contact quality (~.35 xwOBA) is already surging. Selling now cashes the slump.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42231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123944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Winter: re-price, then choose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Anthony healthy, jam returns. Rebound confirmed → extend or trade at full price, plus Yoshida money. Erosion persists → sell at market. Either way, the 2027 OF is Anthony / Rafaela / Abreu.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783080"/>
            <a:ext cx="3794760" cy="3337560"/>
          </a:xfrm>
          <a:prstGeom prst="roundRect">
            <a:avLst>
              <a:gd name="adj" fmla="val 6000"/>
            </a:avLst>
          </a:prstGeom>
          <a:solidFill>
            <a:srgbClr val="1A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011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9D2E3"/>
                </a:solidFill>
                <a:latin typeface="Arial"/>
              </a:rPr>
              <a:t>THE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48716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F0B8BC"/>
                </a:solidFill>
                <a:latin typeface="Arial"/>
              </a:rPr>
              <a:t>Sell now (nadir)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~$10–15M · a 45-FV bat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5204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A9E5B5"/>
                </a:solidFill>
                <a:latin typeface="Arial"/>
              </a:rPr>
              <a:t>Sell after rebound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~$28M · a 50-FV, top-100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controllable talent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61772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C9D2E3"/>
                </a:solidFill>
                <a:latin typeface="Arial"/>
              </a:rPr>
              <a:t>One grade of return = the reason to wait.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640080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BOTTOM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37943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Play the hand.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75% playoff odds, +45 run differential, a wild card in hand — buy targeted (a shortstop, a reliever), keep the vets, and let the record keep catching up to the process.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7238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Hold Duran through the deadline; re-price him in winter — extend or trade the 2025 player, never the unlucky 2026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0682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Quarantine the dead money.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Absorb Yoshida; free the 2027 payroll and the DH slot.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Arial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Arial"/>
              </a:rPr>
              <a:t>high that 2024 shouldn't be the anchor and pitching is a strength; the open question is how much of 2026's skill dip (chase, whiff, hard-hit are all worse) persists —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