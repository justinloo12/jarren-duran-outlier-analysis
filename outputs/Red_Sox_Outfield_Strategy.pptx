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They Won 13 Straight.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Now Comes the Hard 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The hottest team in baseball was supposed to sell. A deadline case study: why the run differential saw the streak coming, what Boston should buy — and why the left fielder is the whole season in miniature.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hottest team in baseball — and the math saw it coming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W13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winning streak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longest run in the majors this season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a Pythagorean .553 team wearing a .510 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— holding the final wild card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But the record was lying — the run differential said so all along, and the streak is the correction arriving. 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— but buy like the math, not like a panic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" y="1554480"/>
            <a:ext cx="6814108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Value at its nadir; his July contact (~.35 xwOBA) is already surging. Re-price in winter.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are playoff innings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Add at the holes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A controllable infield bat, a reliever, and a catcher upgrade — targeted, no rental splurges (see the audit).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5779007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The team is its left fielder: process better than results.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core — that's the 2027 outfield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two that don't fit: a redundant bat and a dead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 — later.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Value at its nadir; xstats say the market under-prices him. Re-price in winter, after the rebound shows (or doesn't).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Dead money.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$18.6M through 2027 for a DH-only, below-average bat. Negative trade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Absorb, don't chase.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Now platooning with Romy Gonzalez — as prescribed. Let it expire; move only in a partial salary-dump.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 — not a true collapse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earned, not a fluke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Credit his speed's usual edge over xstats and the true luck is only +5 to +14 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 — downward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 — 34 to 43 pts under his own norm; BABIP .238 vs .309 expected. Erosion real, luck worse.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It isn't Fenway — and 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Career gap +19 home / +19 road: identical — the skill travels. 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Selling now cashes the slump. Value hinges on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10,000 simulations: the rebound is likely — unless the erosion is real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 —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bat speed says it's the approach — not the body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21" y="1554480"/>
            <a:ext cx="8993709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speed, 2026 —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 declining hitter swings slower. Duran is swinging harder, longer and steeper — pressing, not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 — but not bat-death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 = selling out. The chase leak is velo/offspeed; breaking-ball chase actually improved.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 — regression and luck do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 — not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 —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" y="1554480"/>
            <a:ext cx="7066483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 — now sheltered by a Jahmai Jones platoon —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 —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surrender priced as prudence.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Four trades that fit — arms out, bats and leverage 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1 · THE BIG SWING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Early + a 45 FV. Controlled through 2029; ~$80M of value each way. Painful, franchise-window correct.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Bello. Pure rental; Arraez takes 2B, Mayer slides to SS. Zero prospect cost — the most odds-proportionate move.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3 · THE PEN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FV. Elite relief year, signed through '27. The highest-probability marginal win on the board.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4 · THE CATCHER 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Bennett + a 45 FV. 120+ wRC+ catcher controlled through 2028; the A's always need cheap innings.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 —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Pitching is the strength — spend the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 —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 —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Best-fit buyers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2221991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Phillies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.557, 84 OF wRC+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788920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Rays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.596, 88 OF wRC+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355847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Cardinals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.526, OF need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922776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Astros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fringe, weakest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D9E1EF"/>
                </a:solidFill>
                <a:latin typeface="Arial"/>
              </a:rPr>
              <a:t>Trade a redundant bat to a team that needs one — and take back the </a:t>
            </a:r>
            <a:r>
              <a:rPr sz="1250" b="1" i="0">
                <a:solidFill>
                  <a:srgbClr val="58C08D"/>
                </a:solidFill>
                <a:latin typeface="Arial"/>
              </a:rPr>
              <a:t>hitting/youth</a:t>
            </a:r>
            <a:r>
              <a:rPr sz="1250" b="0" i="0">
                <a:solidFill>
                  <a:srgbClr val="D9E1EF"/>
                </a:solidFill>
                <a:latin typeface="Arial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 —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price, plus Yoshida money.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75% playoff odds, +45 run differential, a wild card in hand — buy targeted (a shortstop, a reliever),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 —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Quarantine the dead money.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Absorb Yoshida; free the 2027 payroll and the DH slot.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 —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