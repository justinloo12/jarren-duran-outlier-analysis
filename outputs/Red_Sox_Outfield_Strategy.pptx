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Don't Count Out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The Sox.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The hottest team in baseball was supposed to sell. A lookahead to trade deadline thoughts.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hottest team in baseball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W14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winning streak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longest run in the majors this season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outplaying their .515 record all season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of the rest of the season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Buy, but keep it small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" y="1554480"/>
            <a:ext cx="6814108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Value at its nadir; his July contact (~.35 xwOBA) is already surging. Re-price in winter.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are playoff innings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Add small, without disturbing the room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A reliever first, maybe an infield bat — prospects before big-leaguers, empty spots before hot ones. The catcher tandem stays.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5779007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The team is its left fielder: process better than results.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young, cheap, controllable 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two hard cases: a redundant bat and an underwater contract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Value at its nadir; xstats say the market under-prices him. Re-price in winter, after the rebound shows (or doesn't).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The contract, not the bat.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He's hitting: above-average wRC+, .340-class OBP, one of MLB's lowest strikeout rates. $18.6M for a DH with below-average pop is still underwater as an asset.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Keep him in the lineup.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Gonzalez covers the tougher lefties. Absorb the deal, let it expire.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9433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more what we should expect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Credit his speed's usual edge over xstats and the true luck is only +5 to +14 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 — 34 to 43 pts under his own norm; BABIP .238 vs .309 expected. Erosion real, luck worse.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Career gap +19 home / +19 road: identical, the skill travels. 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Selling now cashes the slump. Value hinges on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10,000 simulations: the rebound is likely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749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 —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Swing Stats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621" y="1554480"/>
            <a:ext cx="8993709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speed, 2026 —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Duran is swinging harder, longer and steeper. That's pressing, not fading.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 = selling out. The chase leak is velo/offspeed; breaking-ball chase actually improved.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doesn't explain the drop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79" y="150876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tail, not a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 —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roster's biggest hole is the Duran slump itself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" y="1554480"/>
            <a:ext cx="7066483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 — now sheltered by a Jahmai Jones platoon —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 —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met with outrage.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CHEMISTRY VETO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Don't Mess Up The Pitching Staff</a:t>
            </a:r>
          </a:p>
        </p:txBody>
      </p:sp>
      <p:pic>
        <p:nvPicPr>
          <p:cNvPr id="4" name="Picture 3" descr="14_batter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" y="1554480"/>
            <a:ext cx="7010399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staff works with both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3.44 RA9 with Wong, 4.17 with Narváez — the run-prevention core of the streak.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Every arm has a guy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Raw pairings look dramatic (fig. 14) — but small samples shrink hard (fig. 15). What survives: settled, deliberate assignments.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pen is paired too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Leverage relievers ride with a settled catcher — these innings aren't assigned at random.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So: no catcher trade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adjusted model (pitcher/opponent/park controls) finds no significant catcher effect: -34 pts, 95% CI [-90, +22]. Nothing here for a trade to fix.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Two custom models behind the calls</a:t>
            </a:r>
          </a:p>
        </p:txBody>
      </p:sp>
      <p:pic>
        <p:nvPicPr>
          <p:cNvPr id="4" name="Picture 3" descr="16_speed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344" y="1554480"/>
            <a:ext cx="7280030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Speed-aware xBABIP / xwOBAcon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Gradient boosting on 76,373 league batted balls (EV, LA, spray ± sprint speed), 5-fold CV grouped by batter so every residual is out-of-sample.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blind spot, measured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Speed-blind xstats under-predict the fastest decile by +19 pts of BABIP. Duran's speed term: +18 pts of wOBA on contact — inside the +5–14 band derived independently.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Adjusted battery model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WOWY + fixed-effects OLS (pitcher/opponent/park), cluster-bootstrap CIs, empirical-Bayes shrinkage (fig. 15): raw splits are mostly noise; no significant catcher effect.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Why it's credible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Out-of-sample everywhere, CIs on every headline, and frozen pre-registered predictions graded in October — flattering or not.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Three trades that fit, and one walk-away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1 · THE PEN FIX · 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 — prospects only, nobody loses a job or an inning. Elite relief year, signed through '27. The highest-probability marginal win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THE STABILIZER · IF THE PRICE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2B Luis Arraez (SFG)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Brayan Bello — the first deal that touches the active roster. Zero prospect cost; Arraez fills a patchwork platoon spot, not a hot regular's.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3 · THE BIG SWING · PROBABLY 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+ Early + a 45 FV: two arms out of a winning rotation mid-streak. Franchise-window correct — and still there in the winter. Controlled through 2029.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✗ · THE WALK-AWAY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value math worked; the battery map is the veto. No August bat is worth resetting eight pitcher-catcher pairings in the middle of a streak built on run prevention.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 —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WINTER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Spend the pitching surplus on offense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 i="0">
                <a:solidFill>
                  <a:srgbClr val="D9E1EF"/>
                </a:solidFill>
                <a:latin typeface="Arial"/>
              </a:rPr>
              <a:t>If winter comes and Duran's rebound has shown up, this is what a deal should return. With a top-6 rotation (3.65 ERA) carrying the club, trading bats for arms is backwards — convert the outfield surplus into what's thin: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Controllable bats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Young, cost-controlled position players to fix an inconsistent lineup and lengthen it around the 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26864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Best talent / upside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In a retool you take the best player, not the positional patch — prospects and MLB-ready youth over rentals.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0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Salary relief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Attach Yoshida money where possible; free payroll for the 2027 window.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578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1">
                <a:solidFill>
                  <a:srgbClr val="EAF0F8"/>
                </a:solidFill>
                <a:latin typeface="Arial"/>
              </a:rPr>
              <a:t>Keep the arms. Cash the outfield. </a:t>
            </a:r>
            <a:r>
              <a:rPr sz="1400" b="0" i="1">
                <a:solidFill>
                  <a:srgbClr val="93A0B6"/>
                </a:solidFill>
                <a:latin typeface="Arial"/>
              </a:rPr>
              <a:t>Build the 2027 lineup, don't rent the 2026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Who pays: contenders with a hole in the outfield</a:t>
            </a:r>
          </a:p>
        </p:txBody>
      </p:sp>
      <p:pic>
        <p:nvPicPr>
          <p:cNvPr id="4" name="Picture 3" descr="08_trade_fit_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7" y="1463040"/>
            <a:ext cx="6715125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83879" y="16916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Best-fit buyers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2221991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1" y="219456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Phillies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.557, 84 OF wRC+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2788920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39911" y="276148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Rays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.596, 88 OF wRC+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3355847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911" y="3328415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Cardinals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.526, OF need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922776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1" y="389534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Astros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fringe, weakest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709160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 i="0">
                <a:solidFill>
                  <a:srgbClr val="D9E1EF"/>
                </a:solidFill>
                <a:latin typeface="Arial"/>
              </a:rPr>
              <a:t>Trade a redundant bat to a team that needs one — and take back the </a:t>
            </a:r>
            <a:r>
              <a:rPr sz="1250" b="1" i="0">
                <a:solidFill>
                  <a:srgbClr val="58C08D"/>
                </a:solidFill>
                <a:latin typeface="Arial"/>
              </a:rPr>
              <a:t>hitting/youth</a:t>
            </a:r>
            <a:r>
              <a:rPr sz="1250" b="0" i="0">
                <a:solidFill>
                  <a:srgbClr val="D9E1EF"/>
                </a:solidFill>
                <a:latin typeface="Arial"/>
              </a:rPr>
              <a:t> Boston is short 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 now, decide on Duran in the winter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013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783080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At the deadline: buy targeted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 controllable infield bat and a reliever, funded from the pitching surplus. Keep the vets — they're playoff innings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53512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Hold Duran through August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His value is at its nadir and his July contact quality (~.35 xwOBA) is already surging. Selling now cashes the slump.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42231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23944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Winter: re-price, then choose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Anthony healthy, jam returns. Rebound confirmed → extend or trade at full price. Erosion persists → sell at market. Either way, the 2027 OF is Anthony / Rafaela / Abreu.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783080"/>
            <a:ext cx="3794760" cy="3337560"/>
          </a:xfrm>
          <a:prstGeom prst="roundRect">
            <a:avLst>
              <a:gd name="adj" fmla="val 6000"/>
            </a:avLst>
          </a:prstGeom>
          <a:solidFill>
            <a:srgbClr val="1A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011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D2E3"/>
                </a:solidFill>
                <a:latin typeface="Arial"/>
              </a:rPr>
              <a:t>THE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48716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F0B8BC"/>
                </a:solidFill>
                <a:latin typeface="Arial"/>
              </a:rPr>
              <a:t>Sell now (nadir)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~$10–15M · a 45-FV bat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5204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A9E5B5"/>
                </a:solidFill>
                <a:latin typeface="Arial"/>
              </a:rPr>
              <a:t>Sell after rebound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~$28M · a 50-FV, top-100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controllable talent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61772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C9D2E3"/>
                </a:solidFill>
                <a:latin typeface="Arial"/>
              </a:rPr>
              <a:t>One grade of return = the reason to wait.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640080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37943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Play the hand.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77% playoff odds, +46 run differential, a wild card in hand — buy small (a reliever first), keep the vets, and let the record keep catching up to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7238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Hold Duran through the deadline; re-price him in winter — extend or trade the 2025 player, never the unlucky 2026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0682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Stop fighting the Yoshida deal.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The bat is back to average or better; absorb the contract and let it expire.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Arial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Arial"/>
              </a:rPr>
              <a:t>high that 2024 shouldn't be the anchor and pitching is a strength; the open question is how much of 2026's skill dip (chase, whiff, hard-hit are all worse) persists —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